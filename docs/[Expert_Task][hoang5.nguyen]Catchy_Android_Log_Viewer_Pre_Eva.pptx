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78297-363C-0149-10B4-BAE348F3CC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852160" cy="256032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A unified platform for log analysis and real-time logcat monitoring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Designed for large-scale log files, structured filtering, and workflow optimization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Improves debugging speed, traceability, and usability compared with manual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657600" cy="31089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Segoe UI"/>
              </a:rPr>
              <a:t>Catchy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Log viewer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Live stream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Search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Bookmark</a:t>
            </a:r>
            <a:endParaRPr lang="en-US" sz="200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Segoe UI"/>
              </a:rPr>
              <a:t>Screen Copy</a:t>
            </a:r>
            <a:endParaRPr sz="2000"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Limitations of the Existing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36576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Large log files are difficult to process efficiently without noticeable delays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Search and filtering operations are insufficient for rapid debugging workflows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user must switch contexts between viewing logs and monitoring device activity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Important events are harder to trace and revisit during repeated debugging cycles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existing workflow does not support smooth live investigation and structured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201168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Bonnibel.exe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Limited workflow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Slower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Comparative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Legacy Tool Versus Proposed System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291840"/>
          </a:xfrm>
          <a:prstGeom prst="rect">
            <a:avLst/>
          </a:prstGeom>
        </p:spPr>
      </p:pic>
      <p:pic>
        <p:nvPicPr>
          <p:cNvPr id="5" name="Picture 4" descr="Main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9377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1DAFB"/>
                </a:solidFill>
                <a:latin typeface="Segoe UI"/>
              </a:rPr>
              <a:t>The updated interface demonstrates a clearer layout, reduced operational friction, and a more efficient debugging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Measured Loading-Time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File size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Catchy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Bonnibel.exe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3s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9s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250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6s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500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45s / occasional UI freeze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8C379"/>
                </a:solidFill>
                <a:latin typeface="Segoe UI"/>
              </a:rPr>
              <a:t>Result: Catchy maintains responsiveness even with large log files, whereas the legacy tool experiences noticeable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Evidence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Major Bottleneck Reduction and Enhanced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1900">
                <a:solidFill>
                  <a:srgbClr val="F0F0F0"/>
                </a:solidFill>
                <a:latin typeface="Segoe UI"/>
              </a:rPr>
              <a:t>500MB logs load in approximately 12 seconds in Catchy, compared with about 45 seconds and occasional UI freezing in Bonnibel</a:t>
            </a:r>
          </a:p>
          <a:p>
            <a:pPr algn="l"/>
            <a:r>
              <a:rPr sz="1900">
                <a:solidFill>
                  <a:srgbClr val="F0F0F0"/>
                </a:solidFill>
                <a:latin typeface="Segoe UI"/>
              </a:rPr>
              <a:t>The adaptive interface maintains responsiveness while streaming live logcat data</a:t>
            </a:r>
          </a:p>
          <a:p>
            <a:pPr algn="l"/>
            <a:r>
              <a:rPr sz="1900">
                <a:solidFill>
                  <a:srgbClr val="F0F0F0"/>
                </a:solidFill>
                <a:latin typeface="Segoe UI"/>
              </a:rPr>
              <a:t>Automatic ADB state detection reduces user errors and improves operational reliability</a:t>
            </a:r>
          </a:p>
          <a:p>
            <a:pPr algn="l"/>
            <a:r>
              <a:rPr sz="1900">
                <a:solidFill>
                  <a:srgbClr val="F0F0F0"/>
                </a:solidFill>
                <a:latin typeface="Segoe UI"/>
              </a:rPr>
              <a:t>Keyboard shortcuts and workflow automation significantly reduce manual navigation and debugging effort</a:t>
            </a:r>
          </a:p>
          <a:p>
            <a:pPr algn="l"/>
            <a:r>
              <a:rPr sz="1900">
                <a:solidFill>
                  <a:srgbClr val="F0F0F0"/>
                </a:solidFill>
                <a:latin typeface="Segoe UI"/>
              </a:rPr>
              <a:t>The system now supports continuous monitoring with a 500MB retention window and smooth scrolling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QML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98C379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C678DD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Log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2011680" cy="128016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Filters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Search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Bookmark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  <a:latin typeface="Segoe UI"/>
              </a:rPr>
              <a:t>The application follows an MVVM-inspired structure with worker threads to support large-file loading and live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BAC2"/>
                </a:solidFill>
                <a:latin typeface="Segoe UI"/>
              </a:rPr>
              <a:t>The controller coordinates the core logic, while the QML layer ensures responsive visual updates and efficient user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Core Functional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Large-file processing with progress indicators and worker-thread execution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Live logcat streaming with auto-scroll and real-time refresh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Multi-keyword highlighting using color-coded matching for rapid analysis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Named filters for process and tag-based debugging workflows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Bookmark system for saving and revisiting critical log entries</a:t>
            </a:r>
          </a:p>
          <a:p>
            <a:pPr algn="l"/>
            <a:r>
              <a:rPr sz="20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integration for device-side visual verification and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Full Log Viewer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Main view with log table and filtering controls</a:t>
            </a:r>
          </a:p>
        </p:txBody>
      </p:sp>
      <p:pic>
        <p:nvPicPr>
          <p:cNvPr id="4" name="Picture 3" descr="Full_Log_View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15" y="1204260"/>
            <a:ext cx="6209103" cy="4282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The full log viewer provides a readable, structured interface for large logs, making analysis more efficient than a text-heavy legacy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Long Search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keyword search and result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6" y="5314071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A dedicated search bar enables fast keyword search, better visibility, and quick navigation to relevant log entries</a:t>
            </a:r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Sh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ow the 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hint of the history whey typing the work to search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8E64-E485-920E-8AC7-ADFF6864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50" y="2098064"/>
            <a:ext cx="9429750" cy="348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F43A0F-9BC7-AEB7-5A7F-DEA64AF9D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46" y="2962275"/>
            <a:ext cx="94297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Color-coded tag and process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Named filters and color coding make it easy to isolate important processes and reduce noise in large log sets.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8E6F0C-294B-2608-D978-B727A35F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02" y="1508759"/>
            <a:ext cx="7803906" cy="36674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and Bookmark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Filter management and bookmark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left-side panels allow users to monitor active filters and bookmarks without leaving the main debugging context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, click to jump to the line of the bookmark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Click the bookmark to jump the line is marked and see around source code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B2EA0-46C5-EB6F-1540-BEEDF7E31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45" y="1634614"/>
            <a:ext cx="7158038" cy="35887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Split View for Long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Readable handling of expanded 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split layout keeps long line content readable and avoids the cramped interface that makes debugging difficult.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Search with two layers: First search by tag, then search by word based on data are searched by tag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20BBF-58DE-3ACF-D060-314E43F3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594" y="1309125"/>
            <a:ext cx="7863854" cy="4239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Auto-enable Scrcpy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Smart device integration</a:t>
            </a:r>
          </a:p>
        </p:txBody>
      </p:sp>
      <p:pic>
        <p:nvPicPr>
          <p:cNvPr id="4" name="Picture 3" descr="Auto_Enable_Scrc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7" y="1143000"/>
            <a:ext cx="6185099" cy="4265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When the device is connected, the app automatically enables the screen-copy workflow for a smoother live debugging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User Experience and Workflow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Automation and Shortcut-Based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328295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Automatically enables Start Stream Logcat and Start Screen Copy when an ADB device is connected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Automatically disables the same actions when no compatible device is available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Keyboard shortcuts accelerate the debugging workflow: </a:t>
            </a:r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b="1" dirty="0" err="1">
                <a:solidFill>
                  <a:srgbClr val="F0F0F0"/>
                </a:solidFill>
                <a:latin typeface="Segoe UI"/>
              </a:rPr>
              <a:t>Ctrl+F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search, </a:t>
            </a:r>
            <a:r>
              <a:rPr sz="2000" b="1" dirty="0">
                <a:solidFill>
                  <a:srgbClr val="F0F0F0"/>
                </a:solidFill>
                <a:latin typeface="Segoe UI"/>
              </a:rPr>
              <a:t>Ctrl+B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columns, </a:t>
            </a:r>
            <a:r>
              <a:rPr sz="2000" b="1" dirty="0" err="1">
                <a:solidFill>
                  <a:srgbClr val="F0F0F0"/>
                </a:solidFill>
                <a:latin typeface="Segoe UI"/>
              </a:rPr>
              <a:t>Ctrl+T</a:t>
            </a:r>
            <a:r>
              <a:rPr sz="2000" b="1" dirty="0">
                <a:solidFill>
                  <a:srgbClr val="F0F0F0"/>
                </a:solidFill>
                <a:latin typeface="Segoe UI"/>
              </a:rPr>
              <a:t> 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filter edit,</a:t>
            </a:r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b="1" dirty="0" err="1">
                <a:solidFill>
                  <a:srgbClr val="F0F0F0"/>
                </a:solidFill>
                <a:latin typeface="Segoe UI"/>
              </a:rPr>
              <a:t>Ctrl+M</a:t>
            </a:r>
            <a:r>
              <a:rPr sz="2000" b="1" dirty="0">
                <a:solidFill>
                  <a:srgbClr val="F0F0F0"/>
                </a:solidFill>
                <a:latin typeface="Segoe UI"/>
              </a:rPr>
              <a:t> 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bookmark panel, </a:t>
            </a:r>
            <a:r>
              <a:rPr sz="2000" b="1" dirty="0">
                <a:solidFill>
                  <a:srgbClr val="F0F0F0"/>
                </a:solidFill>
                <a:latin typeface="Segoe UI"/>
              </a:rPr>
              <a:t>Ctrl+P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auto-scroll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Smooth scrolling, drag-to-open file handling, and an efficient side-panel layout reduce friction during analysis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A 500MB retention window preserves recent activity and supports continuous live monitoring without losing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7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Validation area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Large log loading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Responsive while reading and parsing huge files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Live stream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Stable updates and auto-scroll control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Fast matching and color grouping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Highlight multiple keywords correctly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Quick jump and persistence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UI behavior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Dark/light theme and table responsiveness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ADB device handling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Auto enable/disable based on connection state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383280"/>
          </a:xfrm>
          <a:prstGeom prst="rect">
            <a:avLst/>
          </a:prstGeom>
        </p:spPr>
      </p:pic>
      <p:pic>
        <p:nvPicPr>
          <p:cNvPr id="5" name="Picture 4" descr="Full_Log_Viewer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93776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0F0F0"/>
                </a:solidFill>
                <a:latin typeface="Segoe UI"/>
              </a:rPr>
              <a:t>The updated interface and feature set show a cleaner, more usable, and more efficient debugging workflow.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749039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Catchy is a practical and user-centered log analysis tool for embedded and Android debugging workflows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It resolves key limitations in large-file handling, filtering efficiency, and repetitive manual operations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The solution improves real-world productivity through performance optimization, automation, and streamlined interaction design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The final result offers a cleaner, faster, and more reliable debugging workflow than the reference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874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VAN NGUYEN/LGEDV FUNCTION TECHNOLOGY TEAM</cp:lastModifiedBy>
  <cp:revision>10</cp:revision>
  <dcterms:created xsi:type="dcterms:W3CDTF">2013-01-27T09:14:16Z</dcterms:created>
  <dcterms:modified xsi:type="dcterms:W3CDTF">2026-09-03T11:19:58Z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